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 Retail Sales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Revenue grew twelve percent quarter over quarter.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