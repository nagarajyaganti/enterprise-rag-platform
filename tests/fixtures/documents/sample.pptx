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Retail Sales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twelve percent quarter over quarter.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